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43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4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9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9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07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9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2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8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74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0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89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08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39" y="640080"/>
            <a:ext cx="3429855" cy="5613236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JavaScript Project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998" y="2659390"/>
            <a:ext cx="7172138" cy="3745107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defRPr sz="1800"/>
            </a:pPr>
            <a:r>
              <a:rPr lang="en-US" dirty="0"/>
              <a:t>Project Title    :  Real-Time Corporate Task Management &amp; Alert System </a:t>
            </a:r>
          </a:p>
          <a:p>
            <a:pPr>
              <a:defRPr sz="1800"/>
            </a:pPr>
            <a:r>
              <a:rPr lang="en-US" dirty="0"/>
              <a:t>Course           :   React.js / Web Development Project</a:t>
            </a:r>
            <a:endParaRPr lang="en-IN" dirty="0"/>
          </a:p>
          <a:p>
            <a:pPr>
              <a:defRPr sz="1800"/>
            </a:pPr>
            <a:r>
              <a:rPr lang="en-US" dirty="0"/>
              <a:t>Student Name :   Raga Priya .G</a:t>
            </a:r>
          </a:p>
          <a:p>
            <a:pPr>
              <a:defRPr sz="1800"/>
            </a:pPr>
            <a:r>
              <a:rPr lang="en-US" dirty="0"/>
              <a:t> Roll No          :   24BIT137</a:t>
            </a:r>
            <a:endParaRPr lang="en-IN" dirty="0"/>
          </a:p>
          <a:p>
            <a:pPr>
              <a:defRPr sz="1800"/>
            </a:pPr>
            <a:r>
              <a:rPr lang="en-US" dirty="0"/>
              <a:t>Department    :   </a:t>
            </a:r>
            <a:r>
              <a:rPr lang="en-US" dirty="0" err="1"/>
              <a:t>B.Sc</a:t>
            </a:r>
            <a:r>
              <a:rPr lang="en-US" dirty="0"/>
              <a:t> - IT</a:t>
            </a:r>
            <a:endParaRPr lang="en-IN" dirty="0"/>
          </a:p>
          <a:p>
            <a:pPr>
              <a:defRPr sz="1800"/>
            </a:pPr>
            <a:r>
              <a:rPr lang="en-US" dirty="0"/>
              <a:t>Mentor           :   Aravind</a:t>
            </a:r>
            <a:endParaRPr lang="en-IN" dirty="0"/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23ADDFF5-9C61-0768-8757-801948976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112" y="453503"/>
            <a:ext cx="6743910" cy="16859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/>
              <a:t>Project Overview &amp; Objectives</a:t>
            </a:r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F2717A31-A8B4-E004-6E1B-13ACE572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6E69111-24AF-660B-0485-4097E37766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6238" y="630823"/>
            <a:ext cx="1092617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The Concept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: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high-performance MERN stack application designed to eliminate communication delays in corporate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Core Goal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move away from static email-based tasking to a real-time, event-driven notification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Learning Focus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Mastering React, Node.js, and the integration of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WebSockets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live data streaming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9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/>
              <a:t>Real-World Problem &amp; Solution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2048" y="446565"/>
            <a:ext cx="10137857" cy="3606798"/>
          </a:xfrm>
        </p:spPr>
        <p:txBody>
          <a:bodyPr anchor="ctr">
            <a:noAutofit/>
          </a:bodyPr>
          <a:lstStyle/>
          <a:p>
            <a:endParaRPr lang="en-US" sz="2800" dirty="0"/>
          </a:p>
          <a:p>
            <a:r>
              <a:rPr lang="en-US" sz="2800" b="1" dirty="0"/>
              <a:t>The Problem</a:t>
            </a:r>
            <a:r>
              <a:rPr lang="en-US" sz="2800" dirty="0"/>
              <a:t>: Traditional manual systems often lead to "Notification Blindness" where employees miss urgent tasks due to cluttered inboxes.</a:t>
            </a:r>
          </a:p>
          <a:p>
            <a:r>
              <a:rPr lang="en-US" sz="2800" b="1" dirty="0"/>
              <a:t>The Solution</a:t>
            </a:r>
            <a:r>
              <a:rPr lang="en-US" sz="2800" dirty="0"/>
              <a:t>: A dedicated "Command Center" (Manager Dashboard) that pushes alerts directly to a "My Assignments" view for employees.</a:t>
            </a:r>
          </a:p>
          <a:p>
            <a:r>
              <a:rPr lang="en-US" sz="2800" b="1" dirty="0"/>
              <a:t>Efficiency</a:t>
            </a:r>
            <a:r>
              <a:rPr lang="en-US" sz="2800" dirty="0"/>
              <a:t>: Status tracking allows managers to see exactly when a task changes from "Pending" to "Seen."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F8182D06-9091-F998-D800-38D2FE0DD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/>
              <a:t>System Architecture</a:t>
            </a:r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D3B1CDE6-5975-DA2B-4C74-820D04215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0A705CFD-ABB8-30F4-E175-AE1BFFECA9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9133" y="770659"/>
            <a:ext cx="988506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Built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and Vite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utilizing Environment Variables 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VITE_API_URL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handle different hosting links.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and Express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 hosted on Render, communicating with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Sync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Powered by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Socket.io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allows the server to "push" data to the browser without the user having to refresh.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/>
              <a:t>Key Modules &amp; Functionality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9" y="643467"/>
            <a:ext cx="10768478" cy="3606798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Authentication</a:t>
            </a:r>
            <a:r>
              <a:rPr lang="en-US" sz="2000" dirty="0"/>
              <a:t>: Role-Based Access Control (RBAC) that detects if a user is an "Admin" or "Employee" and redirects them accordingly.</a:t>
            </a:r>
          </a:p>
          <a:p>
            <a:r>
              <a:rPr lang="en-US" sz="2000" b="1" dirty="0"/>
              <a:t>Task Deployment</a:t>
            </a:r>
            <a:r>
              <a:rPr lang="en-US" sz="2000" dirty="0"/>
              <a:t>: A creative modal form for managers to send "Common" (all-staff) or "Specific" (individual) alerts.</a:t>
            </a:r>
          </a:p>
          <a:p>
            <a:r>
              <a:rPr lang="en-US" sz="2000" b="1" dirty="0"/>
              <a:t>Directory</a:t>
            </a:r>
            <a:r>
              <a:rPr lang="en-US" sz="2000" dirty="0"/>
              <a:t>: A live Employee Directory that pulls a list of all registered staff from the database to ensure accurate task targeting.</a:t>
            </a:r>
          </a:p>
          <a:p>
            <a:endParaRPr lang="en-IN" sz="2000" dirty="0"/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8AAB1948-9F76-AEB6-BF18-F06D1BF8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69" y="4949071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/>
              <a:t>Technical Challenges &amp; Solutions</a:t>
            </a:r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4B761666-8107-5DDD-BD08-D4D2F9038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1E0BD79-1E50-F6B2-9268-7C16612B75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777799"/>
            <a:ext cx="1011142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"401 Unauthorized" Issue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Encountered during deployment; resolved by synchronizing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JWT_SECRET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across the Render production environment.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Persistence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localStorage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keep users logged in even if they close their browser or refresh the page.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CORS Management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Configured backend headers to allow secure communication only from your verified frontend URL.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Output/Screenshot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1489" y="-339819"/>
            <a:ext cx="10437402" cy="3606798"/>
          </a:xfrm>
        </p:spPr>
        <p:txBody>
          <a:bodyPr anchor="ctr">
            <a:normAutofit/>
          </a:bodyPr>
          <a:lstStyle/>
          <a:p>
            <a:r>
              <a:rPr lang="en-IN" sz="2400" b="1" dirty="0"/>
              <a:t>LOGIN:</a:t>
            </a:r>
          </a:p>
          <a:p>
            <a:endParaRPr lang="en-IN" sz="2400" b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35BE159A-7B15-B74E-A3ED-EB3B00138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AB4F05-0DF0-7596-323D-7657D4393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920" y="0"/>
            <a:ext cx="4652790" cy="21515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C7D106-64E5-EDE9-ED37-177546CA6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3920" y="2332266"/>
            <a:ext cx="4828852" cy="22331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1C48B2-CAE0-076C-60C2-DDF01BB1B935}"/>
              </a:ext>
            </a:extLst>
          </p:cNvPr>
          <p:cNvSpPr txBox="1"/>
          <p:nvPr/>
        </p:nvSpPr>
        <p:spPr>
          <a:xfrm>
            <a:off x="8737600" y="2926080"/>
            <a:ext cx="260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REGISTER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6800" y="2463461"/>
            <a:ext cx="8018272" cy="1499616"/>
          </a:xfrm>
        </p:spPr>
        <p:txBody>
          <a:bodyPr>
            <a:normAutofit/>
          </a:bodyPr>
          <a:lstStyle/>
          <a:p>
            <a:r>
              <a:rPr dirty="0"/>
              <a:t>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</TotalTime>
  <Words>404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Arial Unicode MS</vt:lpstr>
      <vt:lpstr>Tw Cen MT</vt:lpstr>
      <vt:lpstr>Tw Cen MT Condensed</vt:lpstr>
      <vt:lpstr>Wingdings 3</vt:lpstr>
      <vt:lpstr>Integral</vt:lpstr>
      <vt:lpstr>JavaScript Project Presentation</vt:lpstr>
      <vt:lpstr>Project Overview &amp; Objectives</vt:lpstr>
      <vt:lpstr>Real-World Problem &amp; Solution</vt:lpstr>
      <vt:lpstr>System Architecture</vt:lpstr>
      <vt:lpstr>Key Modules &amp; Functionality</vt:lpstr>
      <vt:lpstr>Technical Challenges &amp; Solutions</vt:lpstr>
      <vt:lpstr>Output/Screenshot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bhuvana gunasekaran</cp:lastModifiedBy>
  <cp:revision>4</cp:revision>
  <dcterms:created xsi:type="dcterms:W3CDTF">2013-01-27T09:14:16Z</dcterms:created>
  <dcterms:modified xsi:type="dcterms:W3CDTF">2026-04-09T09:05:02Z</dcterms:modified>
  <cp:category/>
</cp:coreProperties>
</file>